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6845"/>
    <a:srgbClr val="F2EEE6"/>
    <a:srgbClr val="E2D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D96F9-1EB5-471E-B350-7721EEAF8DDF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18CBA-5B7D-48C1-9F63-5FBA911E3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69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18CBA-5B7D-48C1-9F63-5FBA911E3F1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708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03922-7EAA-64D3-AEEE-59463D180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7BBBB7-2053-F2DF-9CED-A61DA892B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512E4-35FF-648E-30E6-0067AE2D3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B54D0-45A1-3112-6193-A3CD6067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EA5979-1910-80FE-D68D-97326F8A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77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50DA2-D6A8-E3E9-3D65-E9595C2D6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7D824C-64DE-788E-AB20-65F4C6096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A13ECD-2D16-2F5C-849D-6FC9AD45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5AA85-9279-3052-2C3D-DD78544E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0A9FF2-AAEF-1AB0-1802-548D13F7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96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DE619-D345-CB24-4E55-68853991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5A42DB-A051-8E94-7B66-90476852E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5000E7-A202-9960-9EDF-782D98CD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23B3A0-A936-A813-25F2-280F6B63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44FBBD-69AD-9766-4E73-49046E63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59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7840A-F645-7B4F-348A-68EB425E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F32EC0-0ED7-3ABF-6F0E-D2D26C983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83E288-4588-7A25-766C-20FF2BBE2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7E66AA-0906-1F00-2D83-418000EF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74F281-90AA-BD1C-37F3-7B9B45DF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FCA91B-E4A4-B21B-2819-A7A9D5F6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85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E8021-EEFD-61D6-95CB-CF98DC4B7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C12349-B23B-DCD3-7EEF-C85AA4838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90BBA7-715E-BEDF-B774-8457FA6E1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0E8640-F3EC-ABED-F0D9-852D6896A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44E463D-14AB-C2E1-3377-04396254C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73F8C50-C294-F2AB-E3C9-74BCF8505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1B91BC-F090-FF80-9864-04ABFFA4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FFDD84-D8BB-FD79-B0D6-ACD00C70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05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EFE79-2825-34B9-5FCE-623B0A7D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A5CB70-AA89-72B0-03A0-A5850101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B34A42-6322-E6BF-F36C-4B1369B0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975037-C79E-CA48-DD6A-E96B305A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56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8C11E1F-BA96-0225-F89B-BCE33038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0D21E5E-7DA6-0798-4EE3-699193C1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5416E0-B668-4ED5-4A2B-FF65A28F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29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2FD15F-C7DD-EC46-E282-F9B3CA53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AD8C76-B29D-5A9D-8C07-40C5E4B13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5C8185-0A4D-4781-80A4-370E34FC5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49A468-0A90-EED2-D483-66F86EE2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6CD641-D2A3-144B-F656-20A5CC16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0E2B64-D42E-940E-630A-83A46703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317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F8A31-4971-2D0D-F9C9-4D911DCB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E917506-97BC-67F1-4902-037E79F36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2E1BA7-5371-67F0-9282-648EAFC44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798880-AC14-4EFB-716D-A2EAF4A1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58BAFB-89BB-AB61-4295-7A5C5848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0A5C3C-B423-88DE-5317-6A6A1383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11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2B3C9-A792-A94F-2CCC-E20617EA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F201D1-8EB6-DA6B-4A01-1F0D538CF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646402-E142-1AC4-4B19-CA5CC3E7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B9F4C2-56D8-6681-F1E1-10257C73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FE8B49-492E-AA5D-4831-992C0842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08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FBC67F-1F4F-F56D-195C-E46D474811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BE86ED-405E-7BA1-77BE-CCCC0E31F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795394-8458-6C8F-B600-EE4439BB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B403D3-F9AF-7B92-357E-8BC49DF45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260178-A427-774F-51DE-0BB91644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32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6E05E-42EC-C5A8-5112-8E300EC1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F934B0-F502-E009-4318-DB8C7620F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527D5B-7F9F-69BF-6F6C-4860372CA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3917B-CAD8-489C-8F52-4B4C4252D7C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72FF63-FA87-B6CD-F723-D2215812F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8AAA44-D024-FCD2-79F0-B0F675916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DB2FA0-16CB-4673-BC79-4EAE32325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9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круг, искусство, колес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FE8C92-EAE6-D927-FAA2-5CBAABD64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56945"/>
            <a:ext cx="12191976" cy="812717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FB6DC5-DAD3-1E77-45E8-9D1011E50128}"/>
              </a:ext>
            </a:extLst>
          </p:cNvPr>
          <p:cNvSpPr/>
          <p:nvPr/>
        </p:nvSpPr>
        <p:spPr>
          <a:xfrm>
            <a:off x="-711200" y="-660400"/>
            <a:ext cx="13614400" cy="8001000"/>
          </a:xfrm>
          <a:prstGeom prst="rect">
            <a:avLst/>
          </a:prstGeom>
          <a:solidFill>
            <a:srgbClr val="B36845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0DBA6-5249-881F-0C28-CB592FD1C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2038350"/>
            <a:ext cx="10668000" cy="20383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72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Разработка игрового приложения «Кафе «Мечта»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7EC240A-6447-EF0C-7A8A-4DA039143F95}"/>
              </a:ext>
            </a:extLst>
          </p:cNvPr>
          <p:cNvCxnSpPr/>
          <p:nvPr/>
        </p:nvCxnSpPr>
        <p:spPr>
          <a:xfrm>
            <a:off x="1155700" y="4381500"/>
            <a:ext cx="9982200" cy="0"/>
          </a:xfrm>
          <a:prstGeom prst="line">
            <a:avLst/>
          </a:prstGeom>
          <a:ln w="28575">
            <a:solidFill>
              <a:srgbClr val="F2E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EFE8EF24-87DD-7680-9986-3832D026AF49}"/>
              </a:ext>
            </a:extLst>
          </p:cNvPr>
          <p:cNvSpPr txBox="1">
            <a:spLocks/>
          </p:cNvSpPr>
          <p:nvPr/>
        </p:nvSpPr>
        <p:spPr>
          <a:xfrm>
            <a:off x="761988" y="4647847"/>
            <a:ext cx="10668000" cy="584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Наумовец</a:t>
            </a:r>
            <a:r>
              <a:rPr lang="ru-RU" sz="32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 Анастасия ПЗТ-42</a:t>
            </a:r>
          </a:p>
        </p:txBody>
      </p:sp>
    </p:spTree>
    <p:extLst>
      <p:ext uri="{BB962C8B-B14F-4D97-AF65-F5344CB8AC3E}">
        <p14:creationId xmlns:p14="http://schemas.microsoft.com/office/powerpoint/2010/main" val="3306134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круг, искусство, колес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FE8C92-EAE6-D927-FAA2-5CBAABD64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6"/>
          <a:stretch/>
        </p:blipFill>
        <p:spPr>
          <a:xfrm>
            <a:off x="0" y="0"/>
            <a:ext cx="12191976" cy="687022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FB6DC5-DAD3-1E77-45E8-9D1011E50128}"/>
              </a:ext>
            </a:extLst>
          </p:cNvPr>
          <p:cNvSpPr/>
          <p:nvPr/>
        </p:nvSpPr>
        <p:spPr>
          <a:xfrm>
            <a:off x="-711200" y="-660400"/>
            <a:ext cx="13614400" cy="8001000"/>
          </a:xfrm>
          <a:prstGeom prst="rect">
            <a:avLst/>
          </a:prstGeom>
          <a:solidFill>
            <a:srgbClr val="B36845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0DBA6-5249-881F-0C28-CB592FD1C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7188" y="469899"/>
            <a:ext cx="7112000" cy="7704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44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Цель проекта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CBD83F-5B5C-EEF4-C9CD-D9705C2429FA}"/>
              </a:ext>
            </a:extLst>
          </p:cNvPr>
          <p:cNvSpPr/>
          <p:nvPr/>
        </p:nvSpPr>
        <p:spPr>
          <a:xfrm>
            <a:off x="0" y="0"/>
            <a:ext cx="6096000" cy="6870226"/>
          </a:xfrm>
          <a:prstGeom prst="rect">
            <a:avLst/>
          </a:prstGeom>
          <a:solidFill>
            <a:srgbClr val="F2EE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C8CB370-78EC-F820-C2A6-EBEB343FE8CF}"/>
              </a:ext>
            </a:extLst>
          </p:cNvPr>
          <p:cNvSpPr txBox="1">
            <a:spLocks/>
          </p:cNvSpPr>
          <p:nvPr/>
        </p:nvSpPr>
        <p:spPr>
          <a:xfrm>
            <a:off x="6096000" y="1253066"/>
            <a:ext cx="6096000" cy="54798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Курсовой проект «Разработка игрового приложения «Кафе «Мечта» посвящён созданию интерактивного симулятора кафе, где игрок управляет процессом обслуживания клиентов. В основе игрового процесса лежат механики принятия заказов, приготовления блюд и взаимодействия с посетителями.</a:t>
            </a:r>
          </a:p>
          <a:p>
            <a:r>
              <a:rPr lang="ru-RU" sz="28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56AA11A-8226-786B-5F79-E5698623F19D}"/>
              </a:ext>
            </a:extLst>
          </p:cNvPr>
          <p:cNvCxnSpPr>
            <a:cxnSpLocks/>
          </p:cNvCxnSpPr>
          <p:nvPr/>
        </p:nvCxnSpPr>
        <p:spPr>
          <a:xfrm>
            <a:off x="6845300" y="1316566"/>
            <a:ext cx="4381488" cy="0"/>
          </a:xfrm>
          <a:prstGeom prst="line">
            <a:avLst/>
          </a:prstGeom>
          <a:ln w="28575">
            <a:solidFill>
              <a:srgbClr val="F2E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E96302-FBCC-5898-1DAF-FCA99C7302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6" r="29174"/>
          <a:stretch/>
        </p:blipFill>
        <p:spPr bwMode="auto">
          <a:xfrm>
            <a:off x="-457212" y="-254001"/>
            <a:ext cx="6553212" cy="7124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5058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круг, искусство, колес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FE8C92-EAE6-D927-FAA2-5CBAABD64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6"/>
          <a:stretch/>
        </p:blipFill>
        <p:spPr>
          <a:xfrm>
            <a:off x="0" y="0"/>
            <a:ext cx="12191976" cy="687022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FB6DC5-DAD3-1E77-45E8-9D1011E50128}"/>
              </a:ext>
            </a:extLst>
          </p:cNvPr>
          <p:cNvSpPr/>
          <p:nvPr/>
        </p:nvSpPr>
        <p:spPr>
          <a:xfrm>
            <a:off x="-711200" y="-660400"/>
            <a:ext cx="13614400" cy="8001000"/>
          </a:xfrm>
          <a:prstGeom prst="rect">
            <a:avLst/>
          </a:prstGeom>
          <a:solidFill>
            <a:srgbClr val="B36845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CBD83F-5B5C-EEF4-C9CD-D9705C2429FA}"/>
              </a:ext>
            </a:extLst>
          </p:cNvPr>
          <p:cNvSpPr/>
          <p:nvPr/>
        </p:nvSpPr>
        <p:spPr>
          <a:xfrm>
            <a:off x="6096000" y="0"/>
            <a:ext cx="6096000" cy="6870226"/>
          </a:xfrm>
          <a:prstGeom prst="rect">
            <a:avLst/>
          </a:prstGeom>
          <a:solidFill>
            <a:srgbClr val="F2EE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C8CB370-78EC-F820-C2A6-EBEB343FE8CF}"/>
              </a:ext>
            </a:extLst>
          </p:cNvPr>
          <p:cNvSpPr txBox="1">
            <a:spLocks/>
          </p:cNvSpPr>
          <p:nvPr/>
        </p:nvSpPr>
        <p:spPr>
          <a:xfrm>
            <a:off x="-24" y="1854203"/>
            <a:ext cx="6096000" cy="2503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Особенностью игры является наличие сюжетной составляющей: каждый клиент имеет свою историю, которую он раскрывает в зависимости от качества обслуживания.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56AA11A-8226-786B-5F79-E5698623F19D}"/>
              </a:ext>
            </a:extLst>
          </p:cNvPr>
          <p:cNvCxnSpPr>
            <a:cxnSpLocks/>
          </p:cNvCxnSpPr>
          <p:nvPr/>
        </p:nvCxnSpPr>
        <p:spPr>
          <a:xfrm>
            <a:off x="165076" y="4694766"/>
            <a:ext cx="5740400" cy="0"/>
          </a:xfrm>
          <a:prstGeom prst="line">
            <a:avLst/>
          </a:prstGeom>
          <a:ln w="28575">
            <a:solidFill>
              <a:srgbClr val="F2E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 descr="Изображение выглядит как книг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6841147-3FCD-FBA2-E8CA-C267D5EDD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965" y="-267174"/>
            <a:ext cx="7665497" cy="613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71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круг, искусство, колес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FE8C92-EAE6-D927-FAA2-5CBAABD644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6"/>
          <a:stretch/>
        </p:blipFill>
        <p:spPr>
          <a:xfrm>
            <a:off x="0" y="0"/>
            <a:ext cx="12191976" cy="687022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FB6DC5-DAD3-1E77-45E8-9D1011E50128}"/>
              </a:ext>
            </a:extLst>
          </p:cNvPr>
          <p:cNvSpPr/>
          <p:nvPr/>
        </p:nvSpPr>
        <p:spPr>
          <a:xfrm>
            <a:off x="-711200" y="-660400"/>
            <a:ext cx="13614400" cy="8001000"/>
          </a:xfrm>
          <a:prstGeom prst="rect">
            <a:avLst/>
          </a:prstGeom>
          <a:solidFill>
            <a:srgbClr val="B36845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0DBA6-5249-881F-0C28-CB592FD1C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0688" y="469899"/>
            <a:ext cx="7112000" cy="7704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44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Идея проекта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CBD83F-5B5C-EEF4-C9CD-D9705C2429FA}"/>
              </a:ext>
            </a:extLst>
          </p:cNvPr>
          <p:cNvSpPr/>
          <p:nvPr/>
        </p:nvSpPr>
        <p:spPr>
          <a:xfrm>
            <a:off x="0" y="0"/>
            <a:ext cx="6096000" cy="6870226"/>
          </a:xfrm>
          <a:prstGeom prst="rect">
            <a:avLst/>
          </a:prstGeom>
          <a:solidFill>
            <a:srgbClr val="F2EE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C8CB370-78EC-F820-C2A6-EBEB343FE8CF}"/>
              </a:ext>
            </a:extLst>
          </p:cNvPr>
          <p:cNvSpPr txBox="1">
            <a:spLocks/>
          </p:cNvSpPr>
          <p:nvPr/>
        </p:nvSpPr>
        <p:spPr>
          <a:xfrm>
            <a:off x="6108724" y="734550"/>
            <a:ext cx="6096000" cy="54798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6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В название игрового приложения "Кафе "Мечта" был вложен следующий смысл: в ходе игры мы узнаем насколько трудными бывают различные жизненные ситуации и как важно мечтать и ставить себе цели. На примере разобраны истории таких известных личностей, как: Джоан Роулинг, Илон Маск и Уолт Дисней. Казалось бы сейчас успешные люди, но через что они прошли в своей жизни. 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56AA11A-8226-786B-5F79-E5698623F19D}"/>
              </a:ext>
            </a:extLst>
          </p:cNvPr>
          <p:cNvCxnSpPr>
            <a:cxnSpLocks/>
          </p:cNvCxnSpPr>
          <p:nvPr/>
        </p:nvCxnSpPr>
        <p:spPr>
          <a:xfrm>
            <a:off x="6896100" y="1316566"/>
            <a:ext cx="4394200" cy="0"/>
          </a:xfrm>
          <a:prstGeom prst="line">
            <a:avLst/>
          </a:prstGeom>
          <a:ln w="28575">
            <a:solidFill>
              <a:srgbClr val="F2E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 descr="Изображение выглядит как Человеческое лицо, человек, одежда, сте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507C13D-22D7-2DFE-6F5C-D18A7681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12" y="134204"/>
            <a:ext cx="2019288" cy="2827003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7C44B8E-DE81-2793-09DD-ABF2527060B2}"/>
              </a:ext>
            </a:extLst>
          </p:cNvPr>
          <p:cNvSpPr txBox="1">
            <a:spLocks/>
          </p:cNvSpPr>
          <p:nvPr/>
        </p:nvSpPr>
        <p:spPr>
          <a:xfrm>
            <a:off x="2222500" y="1020231"/>
            <a:ext cx="2209800" cy="575734"/>
          </a:xfrm>
          <a:prstGeom prst="rect">
            <a:avLst/>
          </a:prstGeom>
          <a:effectLst>
            <a:outerShdw blurRad="38100" dist="12700" dir="3240000" algn="t" rotWithShape="0">
              <a:prstClr val="black">
                <a:alpha val="31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Джоан Роулинг</a:t>
            </a:r>
          </a:p>
          <a:p>
            <a:pPr algn="l"/>
            <a:r>
              <a:rPr lang="ru-RU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автор серии романов о Гарри Поттере</a:t>
            </a:r>
          </a:p>
        </p:txBody>
      </p:sp>
      <p:pic>
        <p:nvPicPr>
          <p:cNvPr id="13" name="Рисунок 12" descr="Изображение выглядит как одежда, человек, Человеческое лицо, ошей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23BBEC0-2C7D-9782-1A47-FA0438DFED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18"/>
          <a:stretch/>
        </p:blipFill>
        <p:spPr>
          <a:xfrm>
            <a:off x="3936538" y="2015498"/>
            <a:ext cx="2019600" cy="2827003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D80B5C16-9CAE-803A-A182-482BCE52463F}"/>
              </a:ext>
            </a:extLst>
          </p:cNvPr>
          <p:cNvSpPr txBox="1">
            <a:spLocks/>
          </p:cNvSpPr>
          <p:nvPr/>
        </p:nvSpPr>
        <p:spPr>
          <a:xfrm>
            <a:off x="1733550" y="3143239"/>
            <a:ext cx="2209800" cy="575734"/>
          </a:xfrm>
          <a:prstGeom prst="rect">
            <a:avLst/>
          </a:prstGeom>
          <a:effectLst>
            <a:outerShdw blurRad="38100" dist="12700" dir="3240000" algn="t" rotWithShape="0">
              <a:prstClr val="black">
                <a:alpha val="31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Илон Маск</a:t>
            </a:r>
          </a:p>
          <a:p>
            <a:pPr algn="r"/>
            <a:r>
              <a:rPr lang="ru-RU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основатель компании </a:t>
            </a:r>
            <a:r>
              <a:rPr lang="en-US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SpaceX</a:t>
            </a:r>
            <a:r>
              <a:rPr lang="ru-RU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 и </a:t>
            </a:r>
            <a:r>
              <a:rPr lang="en-US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Tesla</a:t>
            </a:r>
            <a:endParaRPr lang="ru-RU" sz="1100" dirty="0">
              <a:solidFill>
                <a:srgbClr val="B36845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pic>
        <p:nvPicPr>
          <p:cNvPr id="16" name="Рисунок 15" descr="Изображение выглядит как Человеческое лицо, человек, портрет, одеж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4848E9B-4740-3CA0-5C83-89FF0B04CA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9"/>
          <a:stretch/>
        </p:blipFill>
        <p:spPr>
          <a:xfrm>
            <a:off x="190176" y="3922193"/>
            <a:ext cx="2019600" cy="2801603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E359F0C-8A34-B4C6-D60B-F0E4183A5DB0}"/>
              </a:ext>
            </a:extLst>
          </p:cNvPr>
          <p:cNvSpPr txBox="1">
            <a:spLocks/>
          </p:cNvSpPr>
          <p:nvPr/>
        </p:nvSpPr>
        <p:spPr>
          <a:xfrm>
            <a:off x="2222500" y="5490201"/>
            <a:ext cx="2209800" cy="575734"/>
          </a:xfrm>
          <a:prstGeom prst="rect">
            <a:avLst/>
          </a:prstGeom>
          <a:effectLst>
            <a:outerShdw blurRad="38100" dist="12700" dir="3240000" algn="t" rotWithShape="0">
              <a:prstClr val="black">
                <a:alpha val="31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Уолт Дисней</a:t>
            </a:r>
          </a:p>
          <a:p>
            <a:pPr algn="l"/>
            <a:r>
              <a:rPr lang="ru-RU" sz="1100" dirty="0">
                <a:solidFill>
                  <a:srgbClr val="B36845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основатель компании The Walt Disney Company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8D5DF3C-4C54-6F41-6F8A-EB86CD1B9DB0}"/>
              </a:ext>
            </a:extLst>
          </p:cNvPr>
          <p:cNvCxnSpPr>
            <a:cxnSpLocks/>
          </p:cNvCxnSpPr>
          <p:nvPr/>
        </p:nvCxnSpPr>
        <p:spPr>
          <a:xfrm>
            <a:off x="2514600" y="3706293"/>
            <a:ext cx="1333500" cy="0"/>
          </a:xfrm>
          <a:prstGeom prst="line">
            <a:avLst/>
          </a:prstGeom>
          <a:ln w="12700">
            <a:solidFill>
              <a:srgbClr val="B36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515B64A4-E67F-34BE-491B-DB5887418D73}"/>
              </a:ext>
            </a:extLst>
          </p:cNvPr>
          <p:cNvCxnSpPr>
            <a:cxnSpLocks/>
          </p:cNvCxnSpPr>
          <p:nvPr/>
        </p:nvCxnSpPr>
        <p:spPr>
          <a:xfrm>
            <a:off x="2324100" y="1585393"/>
            <a:ext cx="1333500" cy="0"/>
          </a:xfrm>
          <a:prstGeom prst="line">
            <a:avLst/>
          </a:prstGeom>
          <a:ln w="12700">
            <a:solidFill>
              <a:srgbClr val="B36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E81B7B21-2124-EACF-06C7-0F7F86FE420F}"/>
              </a:ext>
            </a:extLst>
          </p:cNvPr>
          <p:cNvCxnSpPr>
            <a:cxnSpLocks/>
          </p:cNvCxnSpPr>
          <p:nvPr/>
        </p:nvCxnSpPr>
        <p:spPr>
          <a:xfrm>
            <a:off x="2336800" y="6068493"/>
            <a:ext cx="1333500" cy="0"/>
          </a:xfrm>
          <a:prstGeom prst="line">
            <a:avLst/>
          </a:prstGeom>
          <a:ln w="12700">
            <a:solidFill>
              <a:srgbClr val="B36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DF89B57B-D5D6-9C25-D45B-398A48E6DEE6}"/>
              </a:ext>
            </a:extLst>
          </p:cNvPr>
          <p:cNvSpPr txBox="1">
            <a:spLocks/>
          </p:cNvSpPr>
          <p:nvPr/>
        </p:nvSpPr>
        <p:spPr>
          <a:xfrm>
            <a:off x="6104624" y="5877899"/>
            <a:ext cx="6096000" cy="7704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подробнее с их историями можно ознакомиться в справке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713672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круг, искусство, колес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FE8C92-EAE6-D927-FAA2-5CBAABD64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56945"/>
            <a:ext cx="12191976" cy="812717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FB6DC5-DAD3-1E77-45E8-9D1011E50128}"/>
              </a:ext>
            </a:extLst>
          </p:cNvPr>
          <p:cNvSpPr/>
          <p:nvPr/>
        </p:nvSpPr>
        <p:spPr>
          <a:xfrm>
            <a:off x="-711200" y="-660400"/>
            <a:ext cx="13614400" cy="8001000"/>
          </a:xfrm>
          <a:prstGeom prst="rect">
            <a:avLst/>
          </a:prstGeom>
          <a:solidFill>
            <a:srgbClr val="B36845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0DBA6-5249-881F-0C28-CB592FD1C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544" y="882651"/>
            <a:ext cx="11620512" cy="49148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48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Совместив симулятор кафе с историями известных личностей получился интересный и </a:t>
            </a:r>
            <a:r>
              <a:rPr lang="ru-RU" sz="4800" dirty="0" err="1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позновательный</a:t>
            </a:r>
            <a:r>
              <a:rPr lang="ru-RU" sz="48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 программный продукт, который, я надеюсь, понравится большинству его пользователей!:)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7EC240A-6447-EF0C-7A8A-4DA039143F95}"/>
              </a:ext>
            </a:extLst>
          </p:cNvPr>
          <p:cNvCxnSpPr/>
          <p:nvPr/>
        </p:nvCxnSpPr>
        <p:spPr>
          <a:xfrm>
            <a:off x="1155700" y="5969000"/>
            <a:ext cx="9982200" cy="0"/>
          </a:xfrm>
          <a:prstGeom prst="line">
            <a:avLst/>
          </a:prstGeom>
          <a:ln w="28575">
            <a:solidFill>
              <a:srgbClr val="F2E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592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круг, искусство, колес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FE8C92-EAE6-D927-FAA2-5CBAABD64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56945"/>
            <a:ext cx="12191976" cy="812717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FB6DC5-DAD3-1E77-45E8-9D1011E50128}"/>
              </a:ext>
            </a:extLst>
          </p:cNvPr>
          <p:cNvSpPr/>
          <p:nvPr/>
        </p:nvSpPr>
        <p:spPr>
          <a:xfrm>
            <a:off x="-711200" y="-660400"/>
            <a:ext cx="13614400" cy="8001000"/>
          </a:xfrm>
          <a:prstGeom prst="rect">
            <a:avLst/>
          </a:prstGeom>
          <a:solidFill>
            <a:srgbClr val="B36845">
              <a:alpha val="5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0DBA6-5249-881F-0C28-CB592FD1C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55856" y="1463615"/>
            <a:ext cx="12191976" cy="268604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8800" dirty="0">
                <a:solidFill>
                  <a:srgbClr val="F2EEE6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7EC240A-6447-EF0C-7A8A-4DA039143F95}"/>
              </a:ext>
            </a:extLst>
          </p:cNvPr>
          <p:cNvCxnSpPr>
            <a:cxnSpLocks/>
          </p:cNvCxnSpPr>
          <p:nvPr/>
        </p:nvCxnSpPr>
        <p:spPr>
          <a:xfrm>
            <a:off x="546100" y="4330700"/>
            <a:ext cx="6388100" cy="0"/>
          </a:xfrm>
          <a:prstGeom prst="line">
            <a:avLst/>
          </a:prstGeom>
          <a:ln w="28575">
            <a:solidFill>
              <a:srgbClr val="F2E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 descr="Изображение выглядит как млекопитающее, Порода собаки, собака, домашнее животно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BA24EAF-EE0E-0981-80BF-5E81AE7DB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300" y="-661081"/>
            <a:ext cx="4330700" cy="769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44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207</Words>
  <Application>Microsoft Office PowerPoint</Application>
  <PresentationFormat>Широкоэкранный</PresentationFormat>
  <Paragraphs>18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Bookman Old Style</vt:lpstr>
      <vt:lpstr>Тема Office</vt:lpstr>
      <vt:lpstr>Разработка игрового приложения «Кафе «Мечта»</vt:lpstr>
      <vt:lpstr>Цель проекта </vt:lpstr>
      <vt:lpstr>Презентация PowerPoint</vt:lpstr>
      <vt:lpstr>Идея проекта </vt:lpstr>
      <vt:lpstr>Совместив симулятор кафе с историями известных личностей получился интересный и позновательный программный продукт, который, я надеюсь, понравится большинству его пользователей!:)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Nastyyy101010@gmail.com</dc:creator>
  <cp:lastModifiedBy>Nastyyy101010@gmail.com</cp:lastModifiedBy>
  <cp:revision>6</cp:revision>
  <dcterms:created xsi:type="dcterms:W3CDTF">2025-06-25T16:34:45Z</dcterms:created>
  <dcterms:modified xsi:type="dcterms:W3CDTF">2025-06-25T17:58:57Z</dcterms:modified>
</cp:coreProperties>
</file>